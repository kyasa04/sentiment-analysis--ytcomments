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4029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46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9054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3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51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36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533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90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72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80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52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0A13858-3D7E-4A9F-9E4D-0B8C47C1271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DA31EF5-DA8A-4040-81F9-85940EA87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18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F6EF-81E5-0F0E-194E-D548ADF7C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365760"/>
            <a:ext cx="9418320" cy="203773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 of YouTube Comments</a:t>
            </a:r>
            <a:br>
              <a:rPr lang="en-US" sz="4000" b="1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49063-733C-9224-68B3-AA377A3F9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2834148"/>
            <a:ext cx="9418320" cy="1691640"/>
          </a:xfrm>
        </p:spPr>
        <p:txBody>
          <a:bodyPr>
            <a:noAutofit/>
          </a:bodyPr>
          <a:lstStyle/>
          <a:p>
            <a:r>
              <a:rPr lang="en-IN" sz="1800" dirty="0"/>
              <a:t>2410030138  -</a:t>
            </a:r>
            <a:r>
              <a:rPr lang="en-IN" sz="1800" dirty="0" err="1"/>
              <a:t>K.Gowtham</a:t>
            </a:r>
            <a:endParaRPr lang="en-IN" sz="1800" dirty="0"/>
          </a:p>
          <a:p>
            <a:r>
              <a:rPr lang="en-IN" sz="1800" dirty="0"/>
              <a:t>2410030188  -Anish Jadhav</a:t>
            </a:r>
          </a:p>
          <a:p>
            <a:r>
              <a:rPr lang="en-IN" sz="1800" dirty="0"/>
              <a:t>2410030320  -</a:t>
            </a:r>
            <a:r>
              <a:rPr lang="en-IN" sz="1800" dirty="0" err="1"/>
              <a:t>V.Mukesh</a:t>
            </a:r>
            <a:endParaRPr lang="en-IN" sz="1800" dirty="0"/>
          </a:p>
          <a:p>
            <a:r>
              <a:rPr lang="en-IN" sz="1800" dirty="0"/>
              <a:t>2410030250  -</a:t>
            </a:r>
            <a:r>
              <a:rPr lang="en-IN" sz="1800" dirty="0" err="1"/>
              <a:t>G.Kishore</a:t>
            </a:r>
            <a:endParaRPr lang="en-IN" sz="1800" dirty="0"/>
          </a:p>
          <a:p>
            <a:r>
              <a:rPr lang="en-IN" sz="1800" dirty="0"/>
              <a:t>2410030496  -</a:t>
            </a:r>
            <a:r>
              <a:rPr lang="en-IN" sz="1800" dirty="0" err="1"/>
              <a:t>P.Karthikeyan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54863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B7E2-0174-6F0B-CFE4-49002AD3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Developed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2A235-0EE4-A6F8-9AEE-D51F4472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40903"/>
            <a:ext cx="8595360" cy="4351337"/>
          </a:xfrm>
        </p:spPr>
        <p:txBody>
          <a:bodyPr/>
          <a:lstStyle/>
          <a:p>
            <a:r>
              <a:rPr lang="en-US" dirty="0"/>
              <a:t>All duplicates, </a:t>
            </a:r>
            <a:r>
              <a:rPr lang="en-US" dirty="0" err="1"/>
              <a:t>stopwords</a:t>
            </a:r>
            <a:r>
              <a:rPr lang="en-US" dirty="0"/>
              <a:t>, unnecessary characters, and unwanted text patterns are removed systematically for improving data quality.</a:t>
            </a:r>
          </a:p>
          <a:p>
            <a:endParaRPr lang="en-US" dirty="0"/>
          </a:p>
          <a:p>
            <a:r>
              <a:rPr lang="en-US" dirty="0"/>
              <a:t>The project is based on real YouTube comments which are short, informal, and noisy, making the analysis more practical and closer to real-world scenarios.</a:t>
            </a:r>
          </a:p>
          <a:p>
            <a:endParaRPr lang="en-US" dirty="0"/>
          </a:p>
          <a:p>
            <a:r>
              <a:rPr lang="en-US" dirty="0"/>
              <a:t>The sentiments are clearly categorized into three meaningful classes: Positive, Negative, and Neutral, ensuring easier interpretation.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191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48013-1381-4A55-D764-B8A542A9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77FFB-5B1E-C793-4EC1-8BAC86FA8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dataset has real YouTube comments, so it is practical and realistic.</a:t>
            </a:r>
          </a:p>
          <a:p>
            <a:endParaRPr lang="en-US" dirty="0"/>
          </a:p>
          <a:p>
            <a:r>
              <a:rPr lang="en-US" dirty="0"/>
              <a:t>Preprocessing cleaned the text properly by removing noise like </a:t>
            </a:r>
            <a:r>
              <a:rPr lang="en-US" dirty="0" err="1"/>
              <a:t>stopwords</a:t>
            </a:r>
            <a:r>
              <a:rPr lang="en-US" dirty="0"/>
              <a:t>, punctuation, and extra spaces.</a:t>
            </a:r>
          </a:p>
          <a:p>
            <a:endParaRPr lang="en-US" dirty="0"/>
          </a:p>
          <a:p>
            <a:r>
              <a:rPr lang="en-US" dirty="0"/>
              <a:t>The classification model divided comments into Positive, Negative, and Neutral correctly.</a:t>
            </a:r>
          </a:p>
          <a:p>
            <a:endParaRPr lang="en-US" dirty="0"/>
          </a:p>
          <a:p>
            <a:r>
              <a:rPr lang="en-US" dirty="0"/>
              <a:t>Visualizations made the results easy to understand for everyone.</a:t>
            </a:r>
          </a:p>
          <a:p>
            <a:endParaRPr lang="en-US" dirty="0"/>
          </a:p>
          <a:p>
            <a:r>
              <a:rPr lang="en-US" dirty="0"/>
              <a:t>The method is simple, less complex, and can be applied to other datasets too.</a:t>
            </a:r>
          </a:p>
          <a:p>
            <a:endParaRPr lang="en-US" dirty="0"/>
          </a:p>
          <a:p>
            <a:r>
              <a:rPr lang="en-US" dirty="0"/>
              <a:t>It is beginner-friendly and useful for students to learn basics of data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44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6378A-1D25-6E20-2F89-0D2A3D83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49451"/>
            <a:ext cx="9692640" cy="1325562"/>
          </a:xfrm>
        </p:spPr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6A3D6-8C1C-A3C9-04DC-B526BA3A5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Converted all comments into lowercase for uniformity.</a:t>
            </a:r>
          </a:p>
          <a:p>
            <a:endParaRPr lang="en-US" dirty="0"/>
          </a:p>
          <a:p>
            <a:r>
              <a:rPr lang="en-US" dirty="0"/>
              <a:t>Removed punctuation, numbers, and special characters.</a:t>
            </a:r>
          </a:p>
          <a:p>
            <a:endParaRPr lang="en-US" dirty="0"/>
          </a:p>
          <a:p>
            <a:r>
              <a:rPr lang="en-US" dirty="0"/>
              <a:t>Removed common </a:t>
            </a:r>
            <a:r>
              <a:rPr lang="en-US" dirty="0" err="1"/>
              <a:t>stopwords</a:t>
            </a:r>
            <a:r>
              <a:rPr lang="en-US" dirty="0"/>
              <a:t> like is, the, at, of, on.</a:t>
            </a:r>
          </a:p>
          <a:p>
            <a:endParaRPr lang="en-US" dirty="0"/>
          </a:p>
          <a:p>
            <a:r>
              <a:rPr lang="en-US" dirty="0"/>
              <a:t>Normalized extra spaces to make text clean.</a:t>
            </a:r>
          </a:p>
          <a:p>
            <a:endParaRPr lang="en-US" dirty="0"/>
          </a:p>
          <a:p>
            <a:r>
              <a:rPr lang="en-US" dirty="0"/>
              <a:t>Stored the cleaned version of comments in a new column </a:t>
            </a:r>
            <a:r>
              <a:rPr lang="en-US" dirty="0" err="1"/>
              <a:t>cleaned_comment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8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F7A5-8B4E-AE40-381B-53B73600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08E19C-E6A0-2CDB-D452-5D3764124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729" y="1828800"/>
            <a:ext cx="4883852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04D1F2-3DD0-3436-E677-A47BB3310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523" y="1828800"/>
            <a:ext cx="50649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3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6CB4F-C0BE-2263-60D0-D1127F57B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425677"/>
            <a:ext cx="8595360" cy="43513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8000" dirty="0"/>
          </a:p>
          <a:p>
            <a:pPr marL="0" indent="0" algn="ctr">
              <a:buNone/>
            </a:pPr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468632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35</TotalTime>
  <Words>247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Schoolbook</vt:lpstr>
      <vt:lpstr>Montserrat</vt:lpstr>
      <vt:lpstr>Wingdings 2</vt:lpstr>
      <vt:lpstr>View</vt:lpstr>
      <vt:lpstr>Sentiment Analysis of YouTube Comments </vt:lpstr>
      <vt:lpstr>Developed Methodology</vt:lpstr>
      <vt:lpstr>Methodology Evaluation</vt:lpstr>
      <vt:lpstr>Data Preprocessing</vt:lpstr>
      <vt:lpstr>OUTPUT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kyasa gowtham</dc:creator>
  <cp:lastModifiedBy>kyasa gowtham</cp:lastModifiedBy>
  <cp:revision>3</cp:revision>
  <dcterms:created xsi:type="dcterms:W3CDTF">2025-09-24T09:41:13Z</dcterms:created>
  <dcterms:modified xsi:type="dcterms:W3CDTF">2025-11-25T14:38:01Z</dcterms:modified>
</cp:coreProperties>
</file>