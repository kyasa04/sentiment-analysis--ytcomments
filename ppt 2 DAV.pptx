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27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71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39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05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22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7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22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40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35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3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15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C137A-C09B-4EA9-9FB6-0FA3A230825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8801436-0DAA-4E84-92F7-822784B00C4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41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054C-4FD2-BC3C-A212-0223692F4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 of YouTube Comments</a:t>
            </a:r>
            <a:br>
              <a:rPr lang="en-US" sz="4800" b="1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DC5FA-24A1-60CA-E2C7-7F8390F88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latin typeface="Goudy Old Style" panose="02020502050305020303" pitchFamily="18" charset="0"/>
              </a:rPr>
              <a:t>2410030138  KYASA GOWTHAM</a:t>
            </a:r>
          </a:p>
          <a:p>
            <a:pPr algn="l">
              <a:lnSpc>
                <a:spcPct val="120000"/>
              </a:lnSpc>
            </a:pPr>
            <a:r>
              <a:rPr lang="en-US" sz="1600" b="1" dirty="0">
                <a:latin typeface="Goudy Old Style" panose="02020502050305020303" pitchFamily="18" charset="0"/>
              </a:rPr>
              <a:t>2410030188  ANISH JADHAV</a:t>
            </a:r>
          </a:p>
          <a:p>
            <a:pPr algn="l">
              <a:lnSpc>
                <a:spcPct val="120000"/>
              </a:lnSpc>
            </a:pPr>
            <a:r>
              <a:rPr lang="en-US" sz="1600" b="1" dirty="0">
                <a:latin typeface="Goudy Old Style" panose="02020502050305020303" pitchFamily="18" charset="0"/>
              </a:rPr>
              <a:t>2410030320  V.MUKESH</a:t>
            </a:r>
          </a:p>
          <a:p>
            <a:pPr algn="l">
              <a:lnSpc>
                <a:spcPct val="120000"/>
              </a:lnSpc>
            </a:pPr>
            <a:r>
              <a:rPr lang="en-US" sz="1600" b="1" dirty="0">
                <a:latin typeface="Goudy Old Style" panose="02020502050305020303" pitchFamily="18" charset="0"/>
              </a:rPr>
              <a:t>2410030496  P.KARTHIKEYAN</a:t>
            </a:r>
          </a:p>
          <a:p>
            <a:pPr algn="l">
              <a:lnSpc>
                <a:spcPct val="120000"/>
              </a:lnSpc>
            </a:pPr>
            <a:r>
              <a:rPr lang="en-US" sz="1600" b="1" dirty="0">
                <a:latin typeface="Goudy Old Style" panose="02020502050305020303" pitchFamily="18" charset="0"/>
              </a:rPr>
              <a:t>2410030250  G.KISHORE</a:t>
            </a:r>
          </a:p>
          <a:p>
            <a:pPr>
              <a:lnSpc>
                <a:spcPct val="120000"/>
              </a:lnSpc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28369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863E-B39E-8549-6882-CAFF1F3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Sentiment Analysis on YouTube Comments: Unlocking Viewer Insights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C6E5-6707-3CFF-A4C0-7199C1E5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 how analyzing millions of YouTube comments reveals what audiences truly think and feel about content in real-time.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5FA5A-5C7B-D614-D919-FFA7F8A6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47" y="2856165"/>
            <a:ext cx="5153744" cy="345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34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C81F-C0B7-53A2-723A-7FC04470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</a:t>
            </a:r>
            <a:r>
              <a:rPr lang="en-IN" b="1" dirty="0" err="1"/>
              <a:t>Analyze</a:t>
            </a:r>
            <a:r>
              <a:rPr lang="en-IN" b="1" dirty="0"/>
              <a:t> YouTube Comments?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B80C-A3D8-611E-B2B7-7A80770EA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YouTube hosts billions of daily views and millions of comments reflecting real-time audience emotions. Understanding sentiment helps creators improve content, marketers gauge brand perception, and viewers engage meaningfully.</a:t>
            </a:r>
          </a:p>
          <a:p>
            <a:r>
              <a:rPr lang="en-US" dirty="0"/>
              <a:t>Comment analysis transforms raw feedback into actionable insights, enabling data-driven decisions that resonate with audiences.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19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86FC-B174-4832-46B7-5097A8DC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D7D6-C13F-A073-FCBE-FEB8FE028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b="1" dirty="0"/>
              <a:t>Transform Raw Data</a:t>
            </a:r>
          </a:p>
          <a:p>
            <a:pPr marL="0" indent="0">
              <a:buNone/>
            </a:pPr>
            <a:r>
              <a:rPr lang="en-US" dirty="0"/>
              <a:t>YouTube comment sentiment analysis converts millions of unstructured comments into meaningful audience understanding and actionable intelligence.</a:t>
            </a:r>
          </a:p>
          <a:p>
            <a:r>
              <a:rPr lang="en-US" b="1" dirty="0"/>
              <a:t>Shape the Future</a:t>
            </a:r>
          </a:p>
          <a:p>
            <a:pPr marL="0" indent="0">
              <a:buNone/>
            </a:pPr>
            <a:r>
              <a:rPr lang="en-US" dirty="0"/>
              <a:t>AI-driven, real-time emotional intelligence represents the next frontier      in digital content strategy and audience 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74678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149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Gill Sans MT</vt:lpstr>
      <vt:lpstr>Goudy Old Style</vt:lpstr>
      <vt:lpstr>Montserrat</vt:lpstr>
      <vt:lpstr>Gallery</vt:lpstr>
      <vt:lpstr>Sentiment Analysis of YouTube Comments </vt:lpstr>
      <vt:lpstr>Sentiment Analysis on YouTube Comments: Unlocking Viewer Insights </vt:lpstr>
      <vt:lpstr>Why Analyze YouTube Comments?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kyasa gowtham</dc:creator>
  <cp:lastModifiedBy>kyasa gowtham</cp:lastModifiedBy>
  <cp:revision>2</cp:revision>
  <dcterms:created xsi:type="dcterms:W3CDTF">2025-11-25T15:03:27Z</dcterms:created>
  <dcterms:modified xsi:type="dcterms:W3CDTF">2025-11-25T15:10:35Z</dcterms:modified>
</cp:coreProperties>
</file>