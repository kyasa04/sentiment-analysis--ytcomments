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9" r:id="rId4"/>
    <p:sldId id="258" r:id="rId5"/>
    <p:sldId id="257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34EF-7C26-4528-9656-EA2AB0DD7D05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5725E03-B941-4CD9-A4CE-4E53F9FA8C5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770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34EF-7C26-4528-9656-EA2AB0DD7D05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25E03-B941-4CD9-A4CE-4E53F9FA8C53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222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34EF-7C26-4528-9656-EA2AB0DD7D05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25E03-B941-4CD9-A4CE-4E53F9FA8C5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540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34EF-7C26-4528-9656-EA2AB0DD7D05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25E03-B941-4CD9-A4CE-4E53F9FA8C53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207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34EF-7C26-4528-9656-EA2AB0DD7D05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25E03-B941-4CD9-A4CE-4E53F9FA8C53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25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34EF-7C26-4528-9656-EA2AB0DD7D05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25E03-B941-4CD9-A4CE-4E53F9FA8C53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926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34EF-7C26-4528-9656-EA2AB0DD7D05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25E03-B941-4CD9-A4CE-4E53F9FA8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34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34EF-7C26-4528-9656-EA2AB0DD7D05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25E03-B941-4CD9-A4CE-4E53F9FA8C53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213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C5D34EF-7C26-4528-9656-EA2AB0DD7D05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25E03-B941-4CD9-A4CE-4E53F9FA8C53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117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34EF-7C26-4528-9656-EA2AB0DD7D05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25E03-B941-4CD9-A4CE-4E53F9FA8C53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61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34EF-7C26-4528-9656-EA2AB0DD7D05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25E03-B941-4CD9-A4CE-4E53F9FA8C5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753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D34EF-7C26-4528-9656-EA2AB0DD7D05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5725E03-B941-4CD9-A4CE-4E53F9FA8C5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163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3C640-0874-817D-5674-82AECC9576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Sentiment Analysis of YouTube Comments</a:t>
            </a:r>
            <a:br>
              <a:rPr lang="en-US" sz="4800" b="1" dirty="0"/>
            </a:b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15ABC-8C90-39B4-6768-C19123E451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latin typeface="Goudy Old Style" panose="02020502050305020303" pitchFamily="18" charset="0"/>
              </a:rPr>
              <a:t>2410030138  KYASA GOWTHAM</a:t>
            </a:r>
          </a:p>
          <a:p>
            <a:pPr algn="l">
              <a:lnSpc>
                <a:spcPct val="120000"/>
              </a:lnSpc>
            </a:pPr>
            <a:r>
              <a:rPr lang="en-US" sz="1800" b="1" dirty="0">
                <a:latin typeface="Goudy Old Style" panose="02020502050305020303" pitchFamily="18" charset="0"/>
              </a:rPr>
              <a:t>2410030188  ANISH JADHAV</a:t>
            </a:r>
          </a:p>
          <a:p>
            <a:pPr algn="l">
              <a:lnSpc>
                <a:spcPct val="120000"/>
              </a:lnSpc>
            </a:pPr>
            <a:r>
              <a:rPr lang="en-US" sz="1800" b="1" dirty="0">
                <a:latin typeface="Goudy Old Style" panose="02020502050305020303" pitchFamily="18" charset="0"/>
              </a:rPr>
              <a:t>2410030320  V.MUKESH</a:t>
            </a:r>
          </a:p>
          <a:p>
            <a:pPr algn="l">
              <a:lnSpc>
                <a:spcPct val="120000"/>
              </a:lnSpc>
            </a:pPr>
            <a:r>
              <a:rPr lang="en-US" sz="1800" b="1" dirty="0">
                <a:latin typeface="Goudy Old Style" panose="02020502050305020303" pitchFamily="18" charset="0"/>
              </a:rPr>
              <a:t>2410030496  P.KARTHIKEYAN</a:t>
            </a:r>
          </a:p>
          <a:p>
            <a:pPr algn="l">
              <a:lnSpc>
                <a:spcPct val="120000"/>
              </a:lnSpc>
            </a:pPr>
            <a:r>
              <a:rPr lang="en-US" sz="1800" b="1" dirty="0">
                <a:latin typeface="Goudy Old Style" panose="02020502050305020303" pitchFamily="18" charset="0"/>
              </a:rPr>
              <a:t>2410030250  G.KISHORE</a:t>
            </a:r>
          </a:p>
          <a:p>
            <a:pPr>
              <a:lnSpc>
                <a:spcPct val="120000"/>
              </a:lnSpc>
            </a:pPr>
            <a:endParaRPr lang="en-IN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873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1E982-8BD9-7518-7273-09218C80A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Visualizing Sentiment Results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BC638-B8B1-4A53-3B19-F32A2BF5F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Turning Data into Visual Stories</a:t>
            </a:r>
          </a:p>
          <a:p>
            <a:r>
              <a:rPr lang="en-US" dirty="0"/>
              <a:t>Effective visualization transforms raw sentiment scores into compelling narratives that stakeholders can instantly understand and act upon.</a:t>
            </a:r>
          </a:p>
          <a:p>
            <a:r>
              <a:rPr lang="en-US" b="1" dirty="0"/>
              <a:t>Bar charts</a:t>
            </a:r>
            <a:r>
              <a:rPr lang="en-US" dirty="0"/>
              <a:t> reveal proportions of positive, neutral, and negative comments at a glance</a:t>
            </a:r>
          </a:p>
          <a:p>
            <a:r>
              <a:rPr lang="en-US" b="1" dirty="0"/>
              <a:t>Word clouds</a:t>
            </a:r>
            <a:r>
              <a:rPr lang="en-US" dirty="0"/>
              <a:t> highlight frequently used words within each sentiment category, exposing themes</a:t>
            </a:r>
          </a:p>
          <a:p>
            <a:r>
              <a:rPr lang="en-US" b="1" dirty="0"/>
              <a:t>Scatter plots</a:t>
            </a:r>
            <a:r>
              <a:rPr lang="en-US" dirty="0"/>
              <a:t> uncover relationships between sentiment intensity, comment length, and time patterns</a:t>
            </a:r>
          </a:p>
          <a:p>
            <a:r>
              <a:rPr lang="en-US" b="1" dirty="0"/>
              <a:t>Trend lines</a:t>
            </a:r>
            <a:r>
              <a:rPr lang="en-US" dirty="0"/>
              <a:t> show sentiment evolution over hours or days after video release</a:t>
            </a:r>
          </a:p>
        </p:txBody>
      </p:sp>
    </p:spTree>
    <p:extLst>
      <p:ext uri="{BB962C8B-B14F-4D97-AF65-F5344CB8AC3E}">
        <p14:creationId xmlns:p14="http://schemas.microsoft.com/office/powerpoint/2010/main" val="2518774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94FE-B576-8E96-B00B-4D38859E3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AI-Powered Enhancements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B2547-235A-71A2-0799-95F460258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AI tools take sentiment analysis beyond basic classification, enabling sophisticated interpretation and real-time insights that were impossible just years ago.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E5C65-FB12-22C6-C2F5-92ACF7283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966" y="3340510"/>
            <a:ext cx="3581900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502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A855F-B6C0-D4F9-EB2D-BDDFB751E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4286"/>
            <a:ext cx="10515600" cy="1325563"/>
          </a:xfrm>
        </p:spPr>
        <p:txBody>
          <a:bodyPr/>
          <a:lstStyle/>
          <a:p>
            <a:r>
              <a:rPr lang="en-IN" b="1" dirty="0"/>
              <a:t>Business &amp; Community Impact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3B49D-55F8-A54C-5AC2-2FACB267A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6399"/>
            <a:ext cx="10515600" cy="4351338"/>
          </a:xfrm>
        </p:spPr>
        <p:txBody>
          <a:bodyPr/>
          <a:lstStyle/>
          <a:p>
            <a:r>
              <a:rPr lang="en-US" b="1" dirty="0"/>
              <a:t>Transforming Data into Action</a:t>
            </a:r>
          </a:p>
          <a:p>
            <a:pPr marL="0" indent="0">
              <a:buNone/>
            </a:pPr>
            <a:r>
              <a:rPr lang="en-US" dirty="0"/>
              <a:t>Sentiment analysis bridges the gap between audience voice and    strategic decision-making, creating measurable business value and stronger communities.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6849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06219-D828-78E6-7E81-FFCF988C2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Future of YouTube Sentiment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03E146-6041-4502-ACCE-DB3E8C268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6774" y="1845290"/>
            <a:ext cx="596178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062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2CEB1C-CD37-7C7D-E720-A6088CF345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	Thank you</a:t>
            </a:r>
          </a:p>
        </p:txBody>
      </p:sp>
    </p:spTree>
    <p:extLst>
      <p:ext uri="{BB962C8B-B14F-4D97-AF65-F5344CB8AC3E}">
        <p14:creationId xmlns:p14="http://schemas.microsoft.com/office/powerpoint/2010/main" val="210581104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166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Gill Sans MT</vt:lpstr>
      <vt:lpstr>Goudy Old Style</vt:lpstr>
      <vt:lpstr>Montserrat</vt:lpstr>
      <vt:lpstr>Gallery</vt:lpstr>
      <vt:lpstr>Sentiment Analysis of YouTube Comments </vt:lpstr>
      <vt:lpstr>Visualizing Sentiment Results</vt:lpstr>
      <vt:lpstr>AI-Powered Enhancements</vt:lpstr>
      <vt:lpstr>Business &amp; Community Impact</vt:lpstr>
      <vt:lpstr>The Future of YouTube Sentiment Analysis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kyasa gowtham</dc:creator>
  <cp:lastModifiedBy>kyasa gowtham</cp:lastModifiedBy>
  <cp:revision>1</cp:revision>
  <dcterms:created xsi:type="dcterms:W3CDTF">2025-11-25T15:15:58Z</dcterms:created>
  <dcterms:modified xsi:type="dcterms:W3CDTF">2025-11-25T15:17:20Z</dcterms:modified>
</cp:coreProperties>
</file>